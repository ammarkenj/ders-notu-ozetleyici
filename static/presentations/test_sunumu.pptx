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SUNUM BAŞLIĞI: Biyoloji Ders Sunumu</a:t>
            </a:r>
          </a:p>
          <a:p>
            <a:r>
              <a:t>ALT BAŞLIK: Test Sunumu</a:t>
            </a:r>
          </a:p>
          <a:p/>
          <a:p>
            <a:r>
              <a:t>Bu sunum Ders Notu Özetleyici sistemi tarafından otomatik oluşturulmuştur.</a:t>
            </a:r>
          </a:p>
          <a:p>
            <a:r>
              <a:t>Lütfen slaytları sunuma başlamadan önce gözden geçiriniz.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GÜNDEM</a:t>
            </a:r>
          </a:p>
          <a:p/>
          <a:p>
            <a:r>
              <a:t>Bu slayt sunumun genel yapısını özetlemektedir.</a:t>
            </a:r>
          </a:p>
          <a:p>
            <a:r>
              <a:t>  1. FOTOSENTEŞ</a:t>
            </a:r>
          </a:p>
          <a:p>
            <a:r>
              <a:t>  2. HUCRESEL SOLUNUM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FOTOSENTEŞ</a:t>
            </a:r>
          </a:p>
          <a:p/>
          <a:p>
            <a:r>
              <a:t>• Kloroplast organelinde gerçekleşen ve ışık enerjisinin kimyasal enerjiye dönüştürüldüğü süreçtir.</a:t>
            </a:r>
          </a:p>
          <a:p>
            <a:r>
              <a:t>• Klorofil ışık enerjisini emer.</a:t>
            </a:r>
          </a:p>
          <a:p>
            <a:r>
              <a:t>• Su ve karbondioksit hammadde olarak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HUCRESEL SOLUNUM</a:t>
            </a:r>
          </a:p>
          <a:p/>
          <a:p>
            <a:r>
              <a:t>• Glikozun oksijen varlığında parçalanarak ATP üretilmesidir.</a:t>
            </a:r>
          </a:p>
          <a:p>
            <a:r>
              <a:t>• Mitokondride gerçekleşir.</a:t>
            </a:r>
          </a:p>
          <a:p>
            <a:r>
              <a:t>• Son ürünler: Su, karbondioksit ve ATP enerjisidir.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Sunum sonu. Toplam slayt: 5</a:t>
            </a:r>
          </a:p>
          <a:p>
            <a:r>
              <a:t>Başlık: Biyoloji Ders Sunumu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651760"/>
            <a:ext cx="10607040" cy="54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Biyoloji Ders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C4DE"/>
                </a:solidFill>
              </a:rPr>
              <a:t>Test Sunumu</a:t>
            </a:r>
          </a:p>
        </p:txBody>
      </p:sp>
      <p:sp>
        <p:nvSpPr>
          <p:cNvPr id="7" name="Oval 6"/>
          <p:cNvSpPr/>
          <p:nvPr/>
        </p:nvSpPr>
        <p:spPr>
          <a:xfrm>
            <a:off x="10149840" y="4389120"/>
            <a:ext cx="1371600" cy="137160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09728" cy="5715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📋  Gündem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73152"/>
            <a:ext cx="1188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B0C4DE"/>
                </a:solidFill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058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800">
                <a:solidFill>
                  <a:srgbClr val="20202E"/>
                </a:solidFill>
              </a:rPr>
              <a:t>▪  FOTOSENTEŞ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800">
                <a:solidFill>
                  <a:srgbClr val="20202E"/>
                </a:solidFill>
              </a:rPr>
              <a:t>▪  HUCRESEL SOLUNUM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09728" cy="5715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FOTOSENTEŞ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73152"/>
            <a:ext cx="1188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B0C4DE"/>
                </a:solidFill>
              </a:rPr>
              <a:t>01/02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25880"/>
            <a:ext cx="117043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Kloroplast organelinde gerçekleşen ve ışık enerjisinin kimyasal enerjiye dönüştürüldüğü süreçtir.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Klorofil ışık enerjisini emer.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Su ve karbondioksit hammadde olarak kullanılır.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09728" cy="57150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HUCRESEL SOLUNUM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73152"/>
            <a:ext cx="1188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B0C4DE"/>
                </a:solidFill>
              </a:rPr>
              <a:t>02/02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25880"/>
            <a:ext cx="117043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Glikozun oksijen varlığında parçalanarak ATP üretilmesidir.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Mitokondride gerçekleşir.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20202E"/>
                </a:solidFill>
              </a:rPr>
              <a:t>▪  Son ürünler: Su, karbondioksit ve ATP enerjisidir.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3154680"/>
            <a:ext cx="7589520" cy="64008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Teşekkürler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0C4DE"/>
                </a:solidFill>
              </a:rPr>
              <a:t>Bu sunum Ders Notu Özetleyici tarafından otomatik olarak oluşturulmuştur.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