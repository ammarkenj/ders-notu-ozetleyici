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metni. Bu bir deneme sunumudur. Konu bir ve konu iki.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Otomatik Oluşturuldu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Ders Notu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9144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B0C4DE"/>
                </a:solidFill>
              </a:rPr>
              <a:t>  01 / 01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521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0">
                <a:solidFill>
                  <a:srgbClr val="20202E"/>
                </a:solidFill>
              </a:rPr>
              <a:t>▪  Test metni. Bu bir deneme sunumudur. Konu bir ve konu iki.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</a:rPr>
              <a:t>Bu sunum otomatik olarak Ders Notu Özetleyici tarafından oluşturulmuştur.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