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BAŞLIĞI: Ders Notu Sunumu</a:t>
            </a:r>
          </a:p>
          <a:p>
            <a:r>
              <a:t>ALT BAŞLIK: Akıllı Not AI Tarafından Üretildi</a:t>
            </a:r>
          </a:p>
          <a:p/>
          <a:p>
            <a:r>
              <a:t>Bu sunum Ders Notu Özetleyici sistemi tarafından otomatik oluşturulmuştur.</a:t>
            </a:r>
          </a:p>
          <a:p>
            <a:r>
              <a:t>Lütfen slaytları sunuma başlamadan önce gözden geçiriniz.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GÜNDEM</a:t>
            </a:r>
          </a:p>
          <a:p/>
          <a:p>
            <a:r>
              <a:t>Bu slayt sunumun genel yapısını özetlemektedir.</a:t>
            </a:r>
          </a:p>
          <a:p>
            <a:r>
              <a:t>  1. 📖 Ders Notları Kavram Sözlüğü (Glossary)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Ders Notları Kavram Sözlüğü (Glossary)</a:t>
            </a:r>
          </a:p>
          <a:p/>
          <a:p>
            <a:r>
              <a:t>• **Yani B sözcüğünün taban:** 1’ göre tümleyenini alarak A sözcüğü.</a:t>
            </a:r>
          </a:p>
          <a:p>
            <a:r>
              <a:t>• **Sayısal:** Şekil.b’de sayısal</a:t>
            </a:r>
          </a:p>
          <a:p>
            <a:r>
              <a:t>• Mux’un prensip şeması görülmektedir.</a:t>
            </a:r>
          </a:p>
          <a:p>
            <a:r>
              <a:t>• **Girişine:** Örneğin bir D türü FF’da 1 kaydedebilmek için D girişine</a:t>
            </a:r>
          </a:p>
          <a:p>
            <a:r>
              <a:t>• uygulayacağımız işaretin, saat işaretine göre lojik 1 süresinin minumum değeri</a:t>
            </a:r>
          </a:p>
          <a:p>
            <a:r>
              <a:t>• şekilde görülmektedir.</a:t>
            </a:r>
          </a:p>
          <a:p>
            <a:r>
              <a:t>• **Lojik:** Örneğin bir D türü FF’da 1 kaydedebilmek için D girişine</a:t>
            </a:r>
          </a:p>
          <a:p>
            <a:r>
              <a:t>• uygulayacağımız işaretin, saat işaretine göre lojik 1 süresinin minumum değeri</a:t>
            </a:r>
          </a:p>
          <a:p>
            <a:r>
              <a:t>• şekilde görülmektedir.</a:t>
            </a:r>
          </a:p>
          <a:p>
            <a:r>
              <a:t>• **Görülmektedir:** Örneğin bir D türü FF’da 1 kaydedebilmek için D girişine</a:t>
            </a:r>
          </a:p>
          <a:p>
            <a:r>
              <a:t>• uygulayacağımız işaretin, saat işaretine göre lojik 1 süresinin minumum değeri</a:t>
            </a:r>
          </a:p>
          <a:p>
            <a:r>
              <a:t>• şekilde görülmektedir.</a:t>
            </a:r>
          </a:p>
          <a:p>
            <a:r>
              <a:t>• **Değişik:** 19</a:t>
            </a:r>
          </a:p>
          <a:p>
            <a:r>
              <a:t>• Bu ifadeler değişik şekillerde oluşturulabildiği gibi,</a:t>
            </a:r>
          </a:p>
          <a:p>
            <a:r>
              <a:t>• gerçekleştirme ve tanım tablosuyla kolaylıkla ilişkilendirme</a:t>
            </a:r>
          </a:p>
          <a:p>
            <a:r>
              <a:t>• kolaylığı açısından 2 standart (Kanonik) formdan birinde</a:t>
            </a:r>
          </a:p>
          <a:p>
            <a:r>
              <a:t>• yazılmaktadırlar.</a:t>
            </a:r>
          </a:p>
          <a:p>
            <a:r>
              <a:t>• **Tanım:** 19</a:t>
            </a:r>
          </a:p>
          <a:p>
            <a:r>
              <a:t>• Bu ifadeler değişik şekillerde oluşturulabildiği gibi,</a:t>
            </a:r>
          </a:p>
          <a:p>
            <a:r>
              <a:t>• gerçekleştirme ve tanım tablosuyla kolaylıkla ilişkilendirme</a:t>
            </a:r>
          </a:p>
          <a:p>
            <a:r>
              <a:t>• kolaylığı açısından 2 standart (Kanonik) formdan birinde</a:t>
            </a:r>
          </a:p>
          <a:p>
            <a:r>
              <a:t>• yazılmaktadırlar.</a:t>
            </a:r>
          </a:p>
          <a:p>
            <a:r>
              <a:t>• **Sözcüğü:** • Tanım tablosunda herhangi bir sözcükten(kombinasyon)</a:t>
            </a:r>
          </a:p>
          <a:p>
            <a:r>
              <a:t>• minterim yazmak için, sözcüğü oluşturan değişkenler 1</a:t>
            </a:r>
          </a:p>
          <a:p>
            <a:r>
              <a:t>• ise kendileri, 0 ise değilleri alınarak birbirleriyle VE</a:t>
            </a:r>
          </a:p>
          <a:p>
            <a:r>
              <a:t>• bağlacı ile birleştirmek yeterlidir.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sonu. Toplam slayt: 4</a:t>
            </a:r>
          </a:p>
          <a:p>
            <a:r>
              <a:t>Başlık: Ders Notu Sunumu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106070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Ders Notu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Akıllı Not AI Tarafından Üretildi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438912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📋  Gündem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800">
                <a:solidFill>
                  <a:srgbClr val="20202E"/>
                </a:solidFill>
              </a:rPr>
              <a:t>▪  📖 Ders Notları Kavram Sözlüğü (Glossary)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📖 Ders Notları Kavram Sözlüğü (Glossary)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01/01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11704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**Yani B sözcüğünün taban:** 1’ göre tümleyenini alarak A sözcüğü.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**Sayısal:** Şekil.b’de sayısal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Mux’un prensip şeması görülmektedir.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**Girişine:** Örneğin bir D türü FF’da 1 kaydedebilmek için D girişine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uygulayacağımız işaretin, saat işaretine göre lojik 1 süresinin minumum değeri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şekilde görülmektedir.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**Lojik:** Örneğin bir D türü FF’da 1 kaydedebilmek için D girişine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3154680"/>
            <a:ext cx="758952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Bu sunum Ders Notu Özetleyici tarafından otomatik olarak oluşturulmuştur.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