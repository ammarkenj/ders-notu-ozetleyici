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BAŞLIĞI: Ders Notu Sunumu</a:t>
            </a:r>
          </a:p>
          <a:p>
            <a:r>
              <a:t>ALT BAŞLIK: Akıllı Not AI Tarafından Üretildi</a:t>
            </a:r>
          </a:p>
          <a:p/>
          <a:p>
            <a:r>
              <a:t>Bu sunum Ders Notu Özetleyici sistemi tarafından otomatik oluşturulmuştur.</a:t>
            </a:r>
          </a:p>
          <a:p>
            <a:r>
              <a:t>Lütfen slaytları sunuma başlamadan önce gözden geçiriniz.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GÜNDEM</a:t>
            </a:r>
          </a:p>
          <a:p/>
          <a:p>
            <a:r>
              <a:t>Bu slayt sunumun genel yapısını özetlemektedir.</a:t>
            </a:r>
          </a:p>
          <a:p>
            <a:r>
              <a:t>  1. Ders Notu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• Ders notlarına göre özet ve önemli noktalar:</a:t>
            </a:r>
          </a:p>
          <a:p>
            <a:r>
              <a:t>• • Bu ifadeler değişik şekillerde oluşturulabildiği gibi,</a:t>
            </a:r>
          </a:p>
          <a:p>
            <a:r>
              <a:t>• gerçekleştirme ve tanım tablosuyla kolaylıkla ilişkilendirme</a:t>
            </a:r>
          </a:p>
          <a:p>
            <a:r>
              <a:t>• kolaylığı açısından 2 standart (Kanonik) formdan birinde</a:t>
            </a:r>
          </a:p>
          <a:p>
            <a:r>
              <a:t>• yazılmaktadırlar.</a:t>
            </a:r>
          </a:p>
          <a:p>
            <a:r>
              <a:t>• • Tanım tablosunda herhangi bir sözcükten(kombinasyon)</a:t>
            </a:r>
          </a:p>
          <a:p>
            <a:r>
              <a:t>• minterim yazmak için, sözcüğü oluşturan değişkenler 1</a:t>
            </a:r>
          </a:p>
          <a:p>
            <a:r>
              <a:t>• ise kendileri, 0 ise değilleri alınarak birbirleriyle VE</a:t>
            </a:r>
          </a:p>
          <a:p>
            <a:r>
              <a:t>• bağlacı ile birleştirmek yeterlidir.</a:t>
            </a:r>
          </a:p>
          <a:p>
            <a:r>
              <a:t>• Örneğin bir D türü FF’da 1 kaydedebilmek için D girişine</a:t>
            </a:r>
          </a:p>
          <a:p>
            <a:r>
              <a:t>• uygulayacağımız işaretin, saat işaretine göre lojik 1 süresinin minumum değeri</a:t>
            </a:r>
          </a:p>
          <a:p>
            <a:r>
              <a:t>• şekilde görülmektedir.</a:t>
            </a:r>
          </a:p>
          <a:p>
            <a:r>
              <a:t>• Yani B sözcüğünün taban -1’ göre tümleyenini alarak A sözcüğü</a:t>
            </a:r>
          </a:p>
          <a:p>
            <a:r>
              <a:t>• ile toplamalı ve 1 eklenmelidir.</a:t>
            </a:r>
          </a:p>
          <a:p>
            <a:r>
              <a:t>• Tek bir çıkışı vardır.</a:t>
            </a:r>
          </a:p>
          <a:p>
            <a:r>
              <a:t>• Detaylı Kaynakça ve Bağlam:</a:t>
            </a:r>
          </a:p>
          <a:p>
            <a:r>
              <a:t>• [Kaynak 1: 8.Ardışıl Devrelere Giriş (e.e).pdf (Sayfa: 19)]</a:t>
            </a:r>
          </a:p>
          <a:p>
            <a:r>
              <a:t>• Örneğin bir D türü FF’da 1 kaydedebilmek için D girişine</a:t>
            </a:r>
          </a:p>
          <a:p>
            <a:r>
              <a:t>• uygulayacağımız işaretin, saat işaretine göre lojik 1 süresinin minumum değeri</a:t>
            </a:r>
          </a:p>
          <a:p>
            <a:r>
              <a:t>• şekilde görülmektedir.</a:t>
            </a:r>
          </a:p>
          <a:p>
            <a:r>
              <a:t>• 19</a:t>
            </a:r>
          </a:p>
          <a:p>
            <a:r>
              <a:t>• [Kaynak 2: 4-mantık matematiği(e.e).pdf (Sayfa: 29)]</a:t>
            </a:r>
          </a:p>
          <a:p>
            <a:r>
              <a:t>• Bu ifadeler değişik şekillerde oluşturulabildiği gibi,</a:t>
            </a:r>
          </a:p>
          <a:p>
            <a:r>
              <a:t>• gerçekleştirme ve tanım tablosuyla kolaylıkla ilişkilendirme</a:t>
            </a:r>
          </a:p>
          <a:p>
            <a:r>
              <a:t>• kolaylığı açısından 2 standart (Kanonik) formdan birinde</a:t>
            </a:r>
          </a:p>
          <a:p>
            <a:r>
              <a:t>• yazılmaktadırlar.</a:t>
            </a:r>
          </a:p>
          <a:p>
            <a:r>
              <a:t>• [Kaynak 3: 4-mantık matematiği(e.e).pdf (Sayfa: 30)]</a:t>
            </a:r>
          </a:p>
          <a:p>
            <a:r>
              <a:t>• Tanım tablosunda herhangi bir sözcükten(kombinasyon)</a:t>
            </a:r>
          </a:p>
          <a:p>
            <a:r>
              <a:t>• minterim yazmak için, sözcüğü oluşturan değişkenler 1</a:t>
            </a:r>
          </a:p>
          <a:p>
            <a:r>
              <a:t>• ise kendileri, 0 ise değilleri alınarak birbirleriyle VE</a:t>
            </a:r>
          </a:p>
          <a:p>
            <a:r>
              <a:t>• bağlacı ile birleştirmek yeterlidir.</a:t>
            </a:r>
          </a:p>
          <a:p>
            <a:r>
              <a:t>• [Kaynak 4: 7.MSI devreler (e.e).pdf (Sayfa: 16)]</a:t>
            </a:r>
          </a:p>
          <a:p>
            <a:r>
              <a:t>• Yani B sözcüğünün taban -1’ göre tümleyenini alarak A sözcüğü</a:t>
            </a:r>
          </a:p>
          <a:p>
            <a:r>
              <a:t>• ile toplamalı ve 1 eklenmelidir.</a:t>
            </a:r>
          </a:p>
          <a:p>
            <a:r>
              <a:t>• Aşağıdaki devrede ex-or bağlaçları tümleme için kullanılabilir. Sonucun 1 ile</a:t>
            </a:r>
          </a:p>
          <a:p>
            <a:r>
              <a:t>• toplanması ise ilk basamağın elde girişine S’yi uygulamakla sağlanır.</a:t>
            </a:r>
          </a:p>
          <a:p>
            <a:r>
              <a:t>• 16</a:t>
            </a:r>
          </a:p>
          <a:p>
            <a:r>
              <a:t>• [Kaynak 5: 5-Komb.tasarım(e.e).pdf (Sayfa: 14)]</a:t>
            </a:r>
          </a:p>
          <a:p>
            <a:r>
              <a:t>• Yukarıdaki adımlara göre elde edilen kombinasyonal lojik devreler 3</a:t>
            </a:r>
          </a:p>
          <a:p>
            <a:r>
              <a:t>• tiptir.</a:t>
            </a:r>
          </a:p>
          <a:p>
            <a:r>
              <a:t>• 1- Çok girişli, tek çıkışlı bütünüyle tanımlanmış devreler: Giriş</a:t>
            </a:r>
          </a:p>
          <a:p>
            <a:r>
              <a:t>• değişkenleri 1’den fazladır. Tek bir çıkışı vardır.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sonu. Toplam slayt: 4</a:t>
            </a:r>
          </a:p>
          <a:p>
            <a:r>
              <a:t>Başlık: Ders Notu Sunumu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106070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Ders Notu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Akıllı Not AI Tarafından Üretildi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438912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📋  Gündem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Ders Notu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Ders Notu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01/01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11704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Ders notlarına göre özet ve önemli noktalar: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• Bu ifadeler değişik şekillerde oluşturulabildiği gibi,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gerçekleştirme ve tanım tablosuyla kolaylıkla ilişkilendirme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kolaylığı açısından 2 standart (Kanonik) formdan birinde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yazılmaktadırlar.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• Tanım tablosunda herhangi bir sözcükten(kombinasyon)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minterim yazmak için, sözcüğü oluşturan değişkenler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3154680"/>
            <a:ext cx="758952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Bu sunum Ders Notu Özetleyici tarafından otomatik olarak oluşturulmuştur.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