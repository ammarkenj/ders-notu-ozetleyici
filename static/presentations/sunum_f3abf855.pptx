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Kloroplast organelinde gerçekleşen ve ışık enerjisinin kimyasal enerjiye dönüştürüldüğü süreçtir. Klorofil ışık enerjisini emer. Su ve karbondioksit hammadde olarak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Glikozun oksijen varlığında parçalanarak ATP üretilmesidir. Mitokondride gerçekleşir. Son ürünler: Su, karbondioksit ve ATP enerjisidir.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Test API Sunumu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Otomatik Oluşturuldu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FOTOSENTEŞ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9144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0C4DE"/>
                </a:solidFill>
              </a:rPr>
              <a:t>  01 / 02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5214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20202E"/>
                </a:solidFill>
              </a:rPr>
              <a:t>▪  Kloroplast organelinde gerçekleşen ve ışık enerjisinin kimyasal enerjiye dönüştürüldüğü süreçtir.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0202E"/>
                </a:solidFill>
              </a:rPr>
              <a:t>▪  Klorofil ışık enerjisini emer.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0202E"/>
                </a:solidFill>
              </a:rPr>
              <a:t>▪  Su ve karbondioksit hammadde olarak kullanılır.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HUCRESEL SOLUNUM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9144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0C4DE"/>
                </a:solidFill>
              </a:rPr>
              <a:t>  02 / 02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5214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20202E"/>
                </a:solidFill>
              </a:rPr>
              <a:t>▪  Glikozun oksijen varlığında parçalanarak ATP üretilmesidir.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0202E"/>
                </a:solidFill>
              </a:rPr>
              <a:t>▪  Mitokondride gerçekleşir.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0202E"/>
                </a:solidFill>
              </a:rPr>
              <a:t>▪  Son ürünler: Su, karbondioksit ve ATP enerjisidir.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</a:rPr>
              <a:t>Bu sunum otomatik olarak Ders Notu Özetleyici tarafından oluşturulmuştur.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