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SUNUM BAŞLIĞI: Biyoloji Gelişmiş Sunum</a:t>
            </a:r>
          </a:p>
          <a:p>
            <a:r>
              <a:t>ALT BAŞLIK: Otomatik Oluşturuldu</a:t>
            </a:r>
          </a:p>
          <a:p/>
          <a:p>
            <a:r>
              <a:t>Bu sunum Ders Notu Özetleyici sistemi tarafından otomatik oluşturulmuştur.</a:t>
            </a:r>
          </a:p>
          <a:p>
            <a:r>
              <a:t>Lütfen slaytları sunuma başlamadan önce gözden geçiriniz.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GÜNDEM</a:t>
            </a:r>
          </a:p>
          <a:p/>
          <a:p>
            <a:r>
              <a:t>Bu slayt sunumun genel yapısını özetlemektedir.</a:t>
            </a:r>
          </a:p>
          <a:p>
            <a:r>
              <a:t>  1. Ders Notu</a:t>
            </a:r>
          </a:p>
          <a:p>
            <a:r>
              <a:t>  2. 📊 Tablo: Biyoloji Terimler Tablosu</a:t>
            </a:r>
          </a:p>
          <a:p>
            <a:r>
              <a:t>  3. ⚖️ Karşılaştırma: Fotosemtez vs Solunum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• Fotosemtez</a:t>
            </a:r>
          </a:p>
          <a:p>
            <a:r>
              <a:t>• Kloroplastta gerçekleşir. Klorofil ışık enerjisi emer.</a:t>
            </a:r>
          </a:p>
          <a:p>
            <a:r>
              <a:t>• Solunum</a:t>
            </a:r>
          </a:p>
          <a:p>
            <a:r>
              <a:t>• Mitokondride ATP üretimi sağlanır.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Biyoloji Terimler Tablosu tablosu — 3 satır, 3 sütun.</a:t>
            </a:r>
          </a:p>
          <a:p>
            <a:r>
              <a:t>Terim  |  Tanım  |  Bulunduğu Yer</a:t>
            </a:r>
          </a:p>
          <a:p/>
          <a:p>
            <a:r>
              <a:t>Satır sayısı: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Fotosemtez vs Solunum</a:t>
            </a:r>
          </a:p>
          <a:p/>
          <a:p>
            <a:r>
              <a:t>SOL — Fotosemtez:</a:t>
            </a:r>
          </a:p>
          <a:p>
            <a:r>
              <a:t>  • Kloroplastta yapılır</a:t>
            </a:r>
          </a:p>
          <a:p>
            <a:r>
              <a:t>  • İşık gerekir</a:t>
            </a:r>
          </a:p>
          <a:p>
            <a:r>
              <a:t>  • CO2 tüketilir</a:t>
            </a:r>
          </a:p>
          <a:p/>
          <a:p>
            <a:r>
              <a:t>SAĞ — Solunum:</a:t>
            </a:r>
          </a:p>
          <a:p>
            <a:r>
              <a:t>  • Mitokondride yapılır</a:t>
            </a:r>
          </a:p>
          <a:p>
            <a:r>
              <a:t>  • Oksijen gerekir</a:t>
            </a:r>
          </a:p>
          <a:p>
            <a:r>
              <a:t>  • CO2 üretilir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Sunum sonu. Toplam slayt: 6</a:t>
            </a:r>
          </a:p>
          <a:p>
            <a:r>
              <a:t>Başlık: Biyoloji Gelişmiş Sunum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651760"/>
            <a:ext cx="106070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</a:rPr>
              <a:t>Biyoloji Gelişmiş Sunum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0C4DE"/>
                </a:solidFill>
              </a:rPr>
              <a:t>Otomatik Oluşturuldu</a:t>
            </a:r>
          </a:p>
        </p:txBody>
      </p:sp>
      <p:sp>
        <p:nvSpPr>
          <p:cNvPr id="7" name="Oval 6"/>
          <p:cNvSpPr/>
          <p:nvPr/>
        </p:nvSpPr>
        <p:spPr>
          <a:xfrm>
            <a:off x="10149840" y="4389120"/>
            <a:ext cx="1371600" cy="13716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2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09728" cy="5715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📋  Gündem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73152"/>
            <a:ext cx="1188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B0C4DE"/>
                </a:solidFill>
              </a:rPr>
              <a:t>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10058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800">
                <a:solidFill>
                  <a:srgbClr val="20202E"/>
                </a:solidFill>
              </a:rPr>
              <a:t>▪  Ders Notu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800">
                <a:solidFill>
                  <a:srgbClr val="20202E"/>
                </a:solidFill>
              </a:rPr>
              <a:t>▪  📊 Tablo: Biyoloji Terimler Tablosu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800">
                <a:solidFill>
                  <a:srgbClr val="20202E"/>
                </a:solidFill>
              </a:rPr>
              <a:t>▪  ⚖️ Karşılaştırma: Fotosemtez vs Solunum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2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09728" cy="5715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Ders Notu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73152"/>
            <a:ext cx="1188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B0C4DE"/>
                </a:solidFill>
              </a:rPr>
              <a:t>01/01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371600"/>
            <a:ext cx="73152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700">
                <a:solidFill>
                  <a:srgbClr val="20202E"/>
                </a:solidFill>
              </a:rPr>
              <a:t>▪  Fotosemtez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700">
                <a:solidFill>
                  <a:srgbClr val="20202E"/>
                </a:solidFill>
              </a:rPr>
              <a:t>▪  Kloroplastta gerçekleşir. Klorofil ışık enerjisi emer.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700">
                <a:solidFill>
                  <a:srgbClr val="20202E"/>
                </a:solidFill>
              </a:rPr>
              <a:t>▪  Solunum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700">
                <a:solidFill>
                  <a:srgbClr val="20202E"/>
                </a:solidFill>
              </a:rPr>
              <a:t>▪  Mitokondride ATP üretimi sağlanır.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1463040"/>
            <a:ext cx="4206240" cy="2286000"/>
          </a:xfrm>
          <a:prstGeom prst="rect">
            <a:avLst/>
          </a:prstGeom>
          <a:solidFill>
            <a:srgbClr val="F6FFFF"/>
          </a:solidFill>
          <a:ln w="254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0" y="1463040"/>
            <a:ext cx="91440" cy="2286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1508760"/>
            <a:ext cx="4023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0202E"/>
                </a:solidFill>
              </a:rPr>
              <a:t>💡 Bilgi
Kloroplast sadece bitki hücrelerinde bulunur!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2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09728" cy="5715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Biyoloji Terimler Tablosu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73152"/>
            <a:ext cx="1188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B0C4DE"/>
                </a:solidFill>
              </a:rPr>
              <a:t>T1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25880"/>
          <a:ext cx="1124712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130302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Terim</a:t>
                      </a:r>
                    </a:p>
                  </a:txBody>
                  <a:tcPr>
                    <a:solidFill>
                      <a:srgbClr val="1A23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Tanım</a:t>
                      </a:r>
                    </a:p>
                  </a:txBody>
                  <a:tcPr>
                    <a:solidFill>
                      <a:srgbClr val="1A23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Bulunduğu Yer</a:t>
                      </a:r>
                    </a:p>
                  </a:txBody>
                  <a:tcPr>
                    <a:solidFill>
                      <a:srgbClr val="1A2356"/>
                    </a:solidFill>
                  </a:tcPr>
                </a:tc>
              </a:tr>
              <a:tr h="13030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E"/>
                          </a:solidFill>
                        </a:rPr>
                        <a:t>Mitokondri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E"/>
                          </a:solidFill>
                        </a:rPr>
                        <a:t>ATP üretimi yapılır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E"/>
                          </a:solidFill>
                        </a:rPr>
                        <a:t>Hücre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13030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E"/>
                          </a:solidFill>
                        </a:rPr>
                        <a:t>Kloroplast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E"/>
                          </a:solidFill>
                        </a:rPr>
                        <a:t>Fotosemtez yapılır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E"/>
                          </a:solidFill>
                        </a:rPr>
                        <a:t>Bitki hücresi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13030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E"/>
                          </a:solidFill>
                        </a:rPr>
                        <a:t>Ribozom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E"/>
                          </a:solidFill>
                        </a:rPr>
                        <a:t>Protein sentezlenir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E"/>
                          </a:solidFill>
                        </a:rPr>
                        <a:t>Hücre plazması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2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09728" cy="5715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Fotosemtez vs Solunum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73152"/>
            <a:ext cx="1188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B0C4DE"/>
                </a:solidFill>
              </a:rPr>
              <a:t>K1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5394960" cy="4114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9903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Fotosemtez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82880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700">
                <a:solidFill>
                  <a:srgbClr val="20202E"/>
                </a:solidFill>
              </a:rPr>
              <a:t>▪  Kloroplastta yapılır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700">
                <a:solidFill>
                  <a:srgbClr val="20202E"/>
                </a:solidFill>
              </a:rPr>
              <a:t>▪  İşık gerekir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700">
                <a:solidFill>
                  <a:srgbClr val="20202E"/>
                </a:solidFill>
              </a:rPr>
              <a:t>▪  CO2 tüketilir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371600"/>
            <a:ext cx="5394960" cy="41148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139903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Solunum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82880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700">
                <a:solidFill>
                  <a:srgbClr val="20202E"/>
                </a:solidFill>
              </a:rPr>
              <a:t>▪  Mitokondride yapılır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700">
                <a:solidFill>
                  <a:srgbClr val="20202E"/>
                </a:solidFill>
              </a:rPr>
              <a:t>▪  Oksijen gerekir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700">
                <a:solidFill>
                  <a:srgbClr val="20202E"/>
                </a:solidFill>
              </a:rPr>
              <a:t>▪  CO2 üretilir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1371600"/>
            <a:ext cx="36576" cy="52120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0" y="3154680"/>
            <a:ext cx="7589520" cy="6400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92024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</a:rPr>
              <a:t>Teşekkürler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383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B0C4DE"/>
                </a:solidFill>
              </a:rPr>
              <a:t>Bu sunum Ders Notu Özetleyici tarafından otomatik olarak oluşturulmuştur.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